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E6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7"/>
    <p:restoredTop sz="94678"/>
  </p:normalViewPr>
  <p:slideViewPr>
    <p:cSldViewPr snapToGrid="0">
      <p:cViewPr varScale="1">
        <p:scale>
          <a:sx n="188" d="100"/>
          <a:sy n="188" d="100"/>
        </p:scale>
        <p:origin x="11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C0D2A-B81F-1C4B-8F11-65F15547A3FE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E96C1D-D9D1-C84B-9AB7-9B7D7396E5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75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fld id="{39C30C72-5C0B-6746-9C43-BDC099073ABA}" type="slidenum">
              <a:rPr kumimoji="1" lang="ja-JP" altLang="en-US" smtClean="0"/>
              <a:t>1</a:t>
            </a:fld>
            <a:fld id="{8DA6D30E-B150-5542-83AD-3A9167FA77B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96C1D-D9D1-C84B-9AB7-9B7D7396E5B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990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80077B-91CA-70A7-752F-EEED5275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93DD56C-8236-DE48-8D68-7B986078FA63}" type="datetime1">
              <a:rPr lang="ja-JP" altLang="en-US" smtClean="0"/>
              <a:t>2026/6/25</a:t>
            </a:fld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D025DD-DB93-B6DD-5552-D5062D9F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CB080BA-2317-2D46-9210-21EDE9C490A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4405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10C860A-58F9-5424-3F98-0B08C245A474}"/>
              </a:ext>
            </a:extLst>
          </p:cNvPr>
          <p:cNvSpPr/>
          <p:nvPr userDrawn="1"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3BC88F7-6114-DD1A-DCCA-9B3A8056A025}"/>
              </a:ext>
            </a:extLst>
          </p:cNvPr>
          <p:cNvSpPr/>
          <p:nvPr userDrawn="1"/>
        </p:nvSpPr>
        <p:spPr>
          <a:xfrm>
            <a:off x="0" y="0"/>
            <a:ext cx="12192000" cy="6611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9CA24B6-2B5E-C043-DC22-404B369BA990}"/>
              </a:ext>
            </a:extLst>
          </p:cNvPr>
          <p:cNvSpPr txBox="1"/>
          <p:nvPr userDrawn="1"/>
        </p:nvSpPr>
        <p:spPr>
          <a:xfrm>
            <a:off x="5582840" y="6488668"/>
            <a:ext cx="131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>
                <a:solidFill>
                  <a:schemeClr val="bg1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rPr>
              <a:t>mirAI</a:t>
            </a:r>
            <a:r>
              <a:rPr lang="ja-JP" altLang="en-US">
                <a:solidFill>
                  <a:schemeClr val="bg1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rPr>
              <a:t>塾</a:t>
            </a:r>
            <a:endParaRPr kumimoji="1" lang="ja-JP" altLang="en-US">
              <a:solidFill>
                <a:schemeClr val="bg1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223618-3575-B898-3DE6-D49BFC64B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98120" y="6492875"/>
            <a:ext cx="10263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3ACF495-9F56-924D-BA3A-AC503E912F9F}" type="datetime1">
              <a:rPr lang="ja-JP" altLang="en-US" smtClean="0"/>
              <a:pPr/>
              <a:t>2026/6/25</a:t>
            </a:fld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F249E6-E6BC-7915-A220-6541BF8A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8560" y="6492875"/>
            <a:ext cx="853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CB080BA-2317-2D46-9210-21EDE9C490A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275F9AB-7136-B4B9-EF01-40D0AB3D8E7B}"/>
              </a:ext>
            </a:extLst>
          </p:cNvPr>
          <p:cNvSpPr txBox="1"/>
          <p:nvPr userDrawn="1"/>
        </p:nvSpPr>
        <p:spPr>
          <a:xfrm>
            <a:off x="407964" y="38203"/>
            <a:ext cx="4318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i="0">
                <a:latin typeface="Meiryo UI" panose="020B0604030504040204" pitchFamily="34" charset="-128"/>
                <a:ea typeface="Meiryo UI" panose="020B0604030504040204" pitchFamily="34" charset="-128"/>
              </a:rPr>
              <a:t>生成</a:t>
            </a:r>
            <a:r>
              <a:rPr kumimoji="1" lang="en-US" altLang="ja-JP" sz="3200" b="1" i="0" dirty="0">
                <a:latin typeface="Meiryo UI" panose="020B0604030504040204" pitchFamily="34" charset="-128"/>
                <a:ea typeface="Meiryo UI" panose="020B0604030504040204" pitchFamily="34" charset="-128"/>
              </a:rPr>
              <a:t>AI</a:t>
            </a:r>
            <a:r>
              <a:rPr kumimoji="1" lang="ja-JP" altLang="en-US" sz="3200" b="1" i="0">
                <a:latin typeface="Meiryo UI" panose="020B0604030504040204" pitchFamily="34" charset="-128"/>
                <a:ea typeface="Meiryo UI" panose="020B0604030504040204" pitchFamily="34" charset="-128"/>
              </a:rPr>
              <a:t>最新情報</a:t>
            </a:r>
          </a:p>
        </p:txBody>
      </p:sp>
    </p:spTree>
    <p:extLst>
      <p:ext uri="{BB962C8B-B14F-4D97-AF65-F5344CB8AC3E}">
        <p14:creationId xmlns:p14="http://schemas.microsoft.com/office/powerpoint/2010/main" val="4147609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1E316E-65DC-9619-0889-D73BDB7E6854}"/>
              </a:ext>
            </a:extLst>
          </p:cNvPr>
          <p:cNvSpPr txBox="1"/>
          <p:nvPr/>
        </p:nvSpPr>
        <p:spPr>
          <a:xfrm>
            <a:off x="5582840" y="6488668"/>
            <a:ext cx="1026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mirAI</a:t>
            </a:r>
            <a:r>
              <a:rPr lang="ja-JP" altLang="en-US"/>
              <a:t>塾</a:t>
            </a:r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3FE940-1148-B925-CD39-D8AAE2428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83C8C-5969-8245-8BB8-AD0543296AB3}" type="datetime1">
              <a:rPr lang="ja-JP" altLang="en-US" smtClean="0"/>
              <a:t>2026/6/25</a:t>
            </a:fld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85E892-E7D6-E2EA-187A-3B888750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080BA-2317-2D46-9210-21EDE9C490A2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76AF6BA-AEBE-2B88-59CE-76BB70F6F20D}"/>
              </a:ext>
            </a:extLst>
          </p:cNvPr>
          <p:cNvSpPr txBox="1"/>
          <p:nvPr/>
        </p:nvSpPr>
        <p:spPr>
          <a:xfrm>
            <a:off x="562708" y="900332"/>
            <a:ext cx="11261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/>
              <a:t>タイトル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2303438-D892-3E1F-6E84-AE59595B35FE}"/>
              </a:ext>
            </a:extLst>
          </p:cNvPr>
          <p:cNvSpPr txBox="1"/>
          <p:nvPr/>
        </p:nvSpPr>
        <p:spPr>
          <a:xfrm>
            <a:off x="963636" y="1582615"/>
            <a:ext cx="10860260" cy="46166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b="0"/>
              <a:t>記事内容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BE1D39E-180E-D1DF-8445-FC7075DF72DB}"/>
              </a:ext>
            </a:extLst>
          </p:cNvPr>
          <p:cNvCxnSpPr/>
          <p:nvPr/>
        </p:nvCxnSpPr>
        <p:spPr>
          <a:xfrm>
            <a:off x="618978" y="1484142"/>
            <a:ext cx="1120491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38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</Words>
  <Application>Microsoft Macintosh PowerPoint</Application>
  <PresentationFormat>ワイド画面</PresentationFormat>
  <Paragraphs>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Hiragino Kaku Gothic StdN W8</vt:lpstr>
      <vt:lpstr>Meiryo UI</vt:lpstr>
      <vt:lpstr>游ゴシック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亮一 江崎</dc:creator>
  <cp:lastModifiedBy>亮一 江崎</cp:lastModifiedBy>
  <cp:revision>1</cp:revision>
  <dcterms:created xsi:type="dcterms:W3CDTF">2026-06-25T07:44:00Z</dcterms:created>
  <dcterms:modified xsi:type="dcterms:W3CDTF">2026-06-25T07:55:49Z</dcterms:modified>
</cp:coreProperties>
</file>